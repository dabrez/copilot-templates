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to Acme Corp on October 14,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updates for Acme Corp</a:t>
            </a:r>
          </a:p>
          <a:p>
            <a:r>
              <a:t>Speaker: John Doe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Details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r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Acme Corp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October 14, 2023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